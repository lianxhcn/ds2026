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008"/>
    <a:srgbClr val="F5C008"/>
    <a:srgbClr val="0277BC"/>
    <a:srgbClr val="0177BC"/>
    <a:srgbClr val="7A5D00"/>
    <a:srgbClr val="F2D89B"/>
    <a:srgbClr val="F2F2F2"/>
    <a:srgbClr val="FFF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53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73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85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20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426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96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1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67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192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99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68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37826-251B-4A88-B5F1-14358E59E079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93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2935" y="457201"/>
            <a:ext cx="3888105" cy="4933949"/>
          </a:xfrm>
          <a:prstGeom prst="rect">
            <a:avLst/>
          </a:prstGeom>
          <a:gradFill>
            <a:gsLst>
              <a:gs pos="21000">
                <a:schemeClr val="bg1"/>
              </a:gs>
              <a:gs pos="97000">
                <a:schemeClr val="accent4">
                  <a:lumMod val="20000"/>
                  <a:lumOff val="80000"/>
                </a:schemeClr>
              </a:gs>
            </a:gsLst>
            <a:lin ang="5400000" scaled="1"/>
          </a:gradFill>
          <a:ln w="19050" cap="sq" cmpd="thickThin">
            <a:solidFill>
              <a:schemeClr val="accent5">
                <a:lumMod val="50000"/>
                <a:alpha val="49000"/>
              </a:schemeClr>
            </a:solidFill>
            <a:miter lim="800000"/>
          </a:ln>
          <a:effectLst>
            <a:outerShdw blurRad="50800" dist="38100" dir="4800000" sx="101000" sy="101000" algn="tl" rotWithShape="0">
              <a:schemeClr val="accent5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4842" y="4136868"/>
            <a:ext cx="3844290" cy="307777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sz="1400" kern="0" spc="3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连玉君 </a:t>
            </a:r>
            <a:r>
              <a:rPr lang="en-US" altLang="zh-CN" sz="1400" kern="0" spc="3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kern="0" spc="3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编著</a:t>
            </a:r>
            <a:r>
              <a:rPr lang="en-US" altLang="zh-CN" sz="1400" kern="0" spc="3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6191" y="457201"/>
            <a:ext cx="3888105" cy="14400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12141" y="5071246"/>
            <a:ext cx="3892155" cy="32400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84311" y="5087892"/>
            <a:ext cx="13080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www.lianxh.cn</a:t>
            </a:r>
            <a:endParaRPr lang="zh-CN" altLang="en-US" sz="1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6073" y="1641125"/>
            <a:ext cx="3844290" cy="1323439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sz="4000" b="1" kern="0" spc="300" dirty="0" smtClean="0">
                <a:solidFill>
                  <a:srgbClr val="7030A0"/>
                </a:solidFill>
                <a:latin typeface="腾祥铁山楷书简" panose="01010104010101010101" pitchFamily="2" charset="-122"/>
                <a:ea typeface="腾祥铁山楷书简" panose="01010104010101010101" pitchFamily="2" charset="-122"/>
                <a:cs typeface="Arial Unicode MS" panose="020B0604020202020204" pitchFamily="34" charset="-122"/>
              </a:rPr>
              <a:t>数据分析</a:t>
            </a:r>
            <a:endParaRPr lang="en-US" altLang="zh-CN" sz="4000" b="1" kern="0" spc="300" dirty="0" smtClean="0">
              <a:solidFill>
                <a:srgbClr val="7030A0"/>
              </a:solidFill>
              <a:latin typeface="腾祥铁山楷书简" panose="01010104010101010101" pitchFamily="2" charset="-122"/>
              <a:ea typeface="腾祥铁山楷书简" panose="01010104010101010101" pitchFamily="2" charset="-122"/>
              <a:cs typeface="Arial Unicode MS" panose="020B0604020202020204" pitchFamily="34" charset="-122"/>
            </a:endParaRPr>
          </a:p>
          <a:p>
            <a:pPr algn="ctr"/>
            <a:r>
              <a:rPr lang="zh-CN" altLang="en-US" sz="4000" b="1" kern="0" spc="300" dirty="0" smtClean="0">
                <a:solidFill>
                  <a:srgbClr val="7030A0"/>
                </a:solidFill>
                <a:latin typeface="腾祥铁山楷书简" panose="01010104010101010101" pitchFamily="2" charset="-122"/>
                <a:ea typeface="腾祥铁山楷书简" panose="01010104010101010101" pitchFamily="2" charset="-122"/>
                <a:cs typeface="Arial Unicode MS" panose="020B0604020202020204" pitchFamily="34" charset="-122"/>
              </a:rPr>
              <a:t>与经济决策</a:t>
            </a:r>
            <a:endParaRPr lang="en-US" altLang="zh-CN" sz="4000" kern="0" spc="300" dirty="0" smtClean="0">
              <a:solidFill>
                <a:srgbClr val="7030A0"/>
              </a:solidFill>
              <a:latin typeface="腾祥铁山楷书简" panose="01010104010101010101" pitchFamily="2" charset="-122"/>
              <a:ea typeface="腾祥铁山楷书简" panose="0101010401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801" y="1220543"/>
            <a:ext cx="4054191" cy="51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3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04900" y="750627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Logo-</a:t>
            </a:r>
            <a:r>
              <a:rPr lang="zh-CN" altLang="en-US" dirty="0" smtClean="0"/>
              <a:t>矩形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1695450" y="4800600"/>
            <a:ext cx="114300" cy="1143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1104900" y="1848015"/>
            <a:ext cx="1080000" cy="108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zh-CN" sz="8000" b="1" dirty="0" smtClean="0">
              <a:solidFill>
                <a:srgbClr val="FFFF00"/>
              </a:solidFill>
              <a:latin typeface="叶根友蚕燕隶书(3500)" panose="02010601030101010101" pitchFamily="2" charset="-122"/>
              <a:ea typeface="叶根友蚕燕隶书(3500)" panose="02010601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845" y="2359059"/>
            <a:ext cx="1914310" cy="213988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77871" y="1659621"/>
            <a:ext cx="73035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8800" b="1" i="1" dirty="0" smtClean="0">
                <a:solidFill>
                  <a:srgbClr val="FFFF00"/>
                </a:solidFill>
                <a:latin typeface="Algerian" panose="04020705040A02060702" pitchFamily="82" charset="0"/>
                <a:ea typeface="叶根友蚕燕隶书(3500)" panose="02010601030101010101" pitchFamily="2" charset="-122"/>
              </a:rPr>
              <a:t>D</a:t>
            </a:r>
            <a:endParaRPr lang="en-US" altLang="zh-CN" sz="8800" b="1" i="1" dirty="0">
              <a:solidFill>
                <a:srgbClr val="FFFF00"/>
              </a:solidFill>
              <a:latin typeface="Algerian" panose="04020705040A02060702" pitchFamily="82" charset="0"/>
              <a:ea typeface="叶根友蚕燕隶书(3500)" panose="02010601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197" y="3251797"/>
            <a:ext cx="868755" cy="86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4185</TotalTime>
  <Words>13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 Unicode MS</vt:lpstr>
      <vt:lpstr>等线</vt:lpstr>
      <vt:lpstr>等线 Light</vt:lpstr>
      <vt:lpstr>腾祥铁山楷书简</vt:lpstr>
      <vt:lpstr>微软雅黑</vt:lpstr>
      <vt:lpstr>微软雅黑 Light</vt:lpstr>
      <vt:lpstr>叶根友蚕燕隶书(3500)</vt:lpstr>
      <vt:lpstr>Algerian</vt:lpstr>
      <vt:lpstr>Arial</vt:lpstr>
      <vt:lpstr>Office 主题​​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YJ Lian</dc:creator>
  <cp:lastModifiedBy>YJ Lian</cp:lastModifiedBy>
  <cp:revision>207</cp:revision>
  <dcterms:created xsi:type="dcterms:W3CDTF">2025-01-27T15:53:19Z</dcterms:created>
  <dcterms:modified xsi:type="dcterms:W3CDTF">2026-05-09T19:28:33Z</dcterms:modified>
</cp:coreProperties>
</file>